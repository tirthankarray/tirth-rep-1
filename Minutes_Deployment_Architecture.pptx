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377440"/>
            <a:ext cx="1371600" cy="50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Minutes Voice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38BDF8"/>
                </a:solidFill>
              </a:defRPr>
            </a:pPr>
            <a:r>
              <a:t>Deployment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End-to-end meeting transcription and memory system integrated with Claude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217920"/>
            <a:ext cx="12191695" cy="6400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SCLC Patient Journey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8BDF8"/>
                </a:solidFill>
              </a:defRPr>
            </a:pPr>
            <a:r>
              <a:t>github.com/silverstein/minutes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97280" cy="381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188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</a:defRPr>
            </a:pPr>
            <a:r>
              <a:t>AUDIO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011680" cy="548640"/>
          </a:xfrm>
          <a:prstGeom prst="roundRect">
            <a:avLst/>
          </a:prstGeom>
          <a:solidFill>
            <a:srgbClr val="2D1F0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B923C"/>
                </a:solidFill>
              </a:defRPr>
            </a:pPr>
            <a:r>
              <a:t>Mac Microphone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783080"/>
            <a:ext cx="2011680" cy="548640"/>
          </a:xfrm>
          <a:prstGeom prst="roundRect">
            <a:avLst/>
          </a:prstGeom>
          <a:solidFill>
            <a:srgbClr val="2D1F0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B923C"/>
                </a:solidFill>
              </a:defRPr>
            </a:pPr>
            <a:r>
              <a:t>WhatsApp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783080"/>
            <a:ext cx="2011680" cy="548640"/>
          </a:xfrm>
          <a:prstGeom prst="roundRect">
            <a:avLst/>
          </a:prstGeom>
          <a:solidFill>
            <a:srgbClr val="2D1F0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B923C"/>
                </a:solidFill>
              </a:defRPr>
            </a:pPr>
            <a:r>
              <a:t>Voice Memos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83080"/>
            <a:ext cx="2011680" cy="548640"/>
          </a:xfrm>
          <a:prstGeom prst="roundRect">
            <a:avLst/>
          </a:prstGeom>
          <a:solidFill>
            <a:srgbClr val="2D1F0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B923C"/>
                </a:solidFill>
              </a:defRPr>
            </a:pPr>
            <a:r>
              <a:t>Phone Sync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669280" y="2651760"/>
            <a:ext cx="457200" cy="36576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11247120" cy="1188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</a:defRPr>
            </a:pPr>
            <a:r>
              <a:t>CAPTURE &amp;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40"/>
            <a:ext cx="2011680" cy="640080"/>
          </a:xfrm>
          <a:prstGeom prst="roundRect">
            <a:avLst/>
          </a:prstGeom>
          <a:solidFill>
            <a:srgbClr val="0A1F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</a:defRPr>
            </a:pPr>
            <a:r>
              <a:t>BlackHole</a:t>
            </a:r>
            <a:br/>
            <a:r>
              <a:t>Audio Loopback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520440"/>
            <a:ext cx="2011680" cy="640080"/>
          </a:xfrm>
          <a:prstGeom prst="roundRect">
            <a:avLst/>
          </a:prstGeom>
          <a:solidFill>
            <a:srgbClr val="0A1F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</a:defRPr>
            </a:pPr>
            <a:r>
              <a:t>QuickTime</a:t>
            </a:r>
            <a:br/>
            <a:r>
              <a:t>Recording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520440"/>
            <a:ext cx="2011680" cy="640080"/>
          </a:xfrm>
          <a:prstGeom prst="roundRect">
            <a:avLst/>
          </a:prstGeom>
          <a:solidFill>
            <a:srgbClr val="0A1F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</a:defRPr>
            </a:pPr>
            <a:r>
              <a:t>Whisper.cpp</a:t>
            </a:r>
            <a:br/>
            <a:r>
              <a:t>Transcription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520440"/>
            <a:ext cx="2011680" cy="640080"/>
          </a:xfrm>
          <a:prstGeom prst="roundRect">
            <a:avLst/>
          </a:prstGeom>
          <a:solidFill>
            <a:srgbClr val="0A1F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</a:defRPr>
            </a:pPr>
            <a:r>
              <a:t>Pyannote</a:t>
            </a:r>
            <a:br/>
            <a:r>
              <a:t>Speaker ID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669280" y="4389120"/>
            <a:ext cx="457200" cy="365760"/>
          </a:xfrm>
          <a:prstGeom prst="down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846320"/>
            <a:ext cx="5303520" cy="1188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</a:defRPr>
            </a:pPr>
            <a:r>
              <a:t>MCP SERVER (Docker)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03520"/>
            <a:ext cx="2194560" cy="548640"/>
          </a:xfrm>
          <a:prstGeom prst="roundRect">
            <a:avLst/>
          </a:prstGeom>
          <a:solidFill>
            <a:srgbClr val="1A0F2D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78BFA"/>
                </a:solidFill>
              </a:defRPr>
            </a:pPr>
            <a:r>
              <a:t>minutes-mcp</a:t>
            </a:r>
            <a:br/>
            <a:r>
              <a:t>Port 3100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5303520"/>
            <a:ext cx="2194560" cy="548640"/>
          </a:xfrm>
          <a:prstGeom prst="roundRect">
            <a:avLst/>
          </a:prstGeom>
          <a:solidFill>
            <a:srgbClr val="1A0F2D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78BFA"/>
                </a:solidFill>
              </a:defRPr>
            </a:pPr>
            <a:r>
              <a:t>SQLite Index</a:t>
            </a:r>
            <a:br/>
            <a:r>
              <a:t>Meetings DB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43600" y="5303520"/>
            <a:ext cx="45720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846320"/>
            <a:ext cx="5303520" cy="1188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</a:defRPr>
            </a:pPr>
            <a:r>
              <a:t>CLAUDE DESKTOP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5303520"/>
            <a:ext cx="2194560" cy="548640"/>
          </a:xfrm>
          <a:prstGeom prst="roundRect">
            <a:avLst/>
          </a:prstGeom>
          <a:solidFill>
            <a:srgbClr val="0F2D1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MCP Client</a:t>
            </a:r>
            <a:br/>
            <a:r>
              <a:t>Tool Integration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5303520"/>
            <a:ext cx="2194560" cy="548640"/>
          </a:xfrm>
          <a:prstGeom prst="roundRect">
            <a:avLst/>
          </a:prstGeom>
          <a:solidFill>
            <a:srgbClr val="0F2D1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DE80"/>
                </a:solidFill>
              </a:defRPr>
            </a:pPr>
            <a:r>
              <a:t>Search / Query</a:t>
            </a:r>
            <a:br/>
            <a:r>
              <a:t>Action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Deployment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97280" cy="381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50292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minutes-mcp service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Node 20 base image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Exposes port 3100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Auto-restart policy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Volumes: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minutes-inbox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minutes-meetings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Config mounted from: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./minutes/config.toml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CI/CD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GitHub Actions workflow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Triggers: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Push to main / claude/**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Changes in minutes/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Build steps: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Docker build &amp; push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Push to GHCR registry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Smoke test on port 3100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Image tags: SHA + latest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50292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</a:defRPr>
            </a:pPr>
            <a:r>
              <a:t>Local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setup.sh script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macOS: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brew install minutes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Any platform: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cargo install minutes-cli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npx minutes-mcp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Post-install: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minutes setup --model tiny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  minutes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Voice Recording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97280" cy="381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7373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Audio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Mic / WhatsApp /</a:t>
            </a:r>
            <a:br/>
            <a:r>
              <a:t>Voice Memo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645920"/>
            <a:ext cx="17373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26080" y="137160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BlackHole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Audio loopback</a:t>
            </a:r>
            <a:br/>
            <a:r>
              <a:t>captures system audio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17373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QuickTime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Records audio</a:t>
            </a:r>
            <a:br/>
            <a:r>
              <a:t>to .m4a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45920"/>
            <a:ext cx="17373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Whisper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Speech-to-text</a:t>
            </a:r>
            <a:br/>
            <a:r>
              <a:t>transcription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645920"/>
            <a:ext cx="17373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0" y="137160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</a:defRPr>
            </a:pPr>
            <a:r>
              <a:t>Minutes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Indexing, summary</a:t>
            </a:r>
            <a:br/>
            <a:r>
              <a:t>action items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1645920"/>
            <a:ext cx="17373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81360" y="1371600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Claude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Search, query</a:t>
            </a:r>
            <a:br/>
            <a:r>
              <a:t>insights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103120" y="24688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114800" y="24688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6126480" y="24688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8138160" y="24688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10149840" y="24688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OUTPUT: Structured Markdown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6634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YAML frontmatter: title, date, duration, participants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Action items with assignees and due dates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Decision log with topic categories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Full transcript with speaker labels and timestamps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Auto-generated summary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572000"/>
            <a:ext cx="5029200" cy="1645920"/>
          </a:xfrm>
          <a:prstGeom prst="roundRect">
            <a:avLst/>
          </a:prstGeom>
          <a:solidFill>
            <a:srgbClr val="0F0F1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6177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</a:defRPr>
            </a:pPr>
            <a:r>
              <a:t>---</a:t>
            </a:r>
            <a:br/>
            <a:r>
              <a:t>title: Sprint Planning</a:t>
            </a:r>
            <a:br/>
            <a:r>
              <a:t>date: 2026-03-28</a:t>
            </a:r>
            <a:br/>
            <a:r>
              <a:t>action_items:</a:t>
            </a:r>
            <a:br/>
            <a:r>
              <a:t>  - assignee: Sarah</a:t>
            </a:r>
            <a:br/>
            <a:r>
              <a:t>    task: Update dashboard</a:t>
            </a:r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MCP Integration with Claude Desktop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97280" cy="381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claude_desktop_config.json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754880" cy="146304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</a:defRPr>
            </a:pPr>
            <a:r>
              <a:t>{</a:t>
            </a:r>
            <a:br/>
            <a:r>
              <a:t>  "mcpServers": {</a:t>
            </a:r>
            <a:br/>
            <a:r>
              <a:t>    "minutes": {</a:t>
            </a:r>
            <a:br/>
            <a:r>
              <a:t>      "command": "npx",</a:t>
            </a:r>
            <a:br/>
            <a:r>
              <a:t>      "args": ["minutes-mcp"]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</a:defRPr>
            </a:pPr>
            <a:r>
              <a:t>15 MCP Tools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Start/Stop Recording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Search Meetings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List Meetings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Get Meeting Details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Person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8288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Commitment Tracking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Relationship Mapping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Topic Research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Audio Processing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Consistency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2560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docker-compose.yml — Minutes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515600" cy="173736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minutes-mcp:</a:t>
            </a:r>
            <a:br/>
            <a:r>
              <a:t>  build: ./minutes</a:t>
            </a:r>
            <a:br/>
            <a:r>
              <a:t>  ports:</a:t>
            </a:r>
            <a:br/>
            <a:r>
              <a:t>    - "3100:3100"</a:t>
            </a:r>
            <a:br/>
            <a:r>
              <a:t>  volumes:</a:t>
            </a:r>
            <a:br/>
            <a:r>
              <a:t>    - minutes-inbox:/data/inbox</a:t>
            </a:r>
            <a:br/>
            <a:r>
              <a:t>    - minutes-meetings:/data/meetings</a:t>
            </a:r>
            <a:br/>
            <a:r>
              <a:t>    - ./minutes/config.toml:/root/.config/minutes/config.toml:ro</a:t>
            </a:r>
            <a:br/>
            <a:r>
              <a:t>  restart: unless-stopped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Repository File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97280" cy="381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</a:defRPr>
            </a:pPr>
            <a:r>
              <a:t>New Files Added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937760" cy="822960"/>
          </a:xfrm>
          <a:prstGeom prst="roundRect">
            <a:avLst/>
          </a:prstGeom>
          <a:solidFill>
            <a:srgbClr val="0F2D1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</a:defRPr>
            </a:pPr>
            <a:r>
              <a:t>minutes/Dockerfile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Node 20 image, npm install minutes-mcp, expose port 3100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4937760" cy="822960"/>
          </a:xfrm>
          <a:prstGeom prst="roundRect">
            <a:avLst/>
          </a:prstGeom>
          <a:solidFill>
            <a:srgbClr val="0F2D1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</a:defRPr>
            </a:pPr>
            <a:r>
              <a:t>minutes/config.toml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Watch paths, summarization engine, storage config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4937760" cy="822960"/>
          </a:xfrm>
          <a:prstGeom prst="roundRect">
            <a:avLst/>
          </a:prstGeom>
          <a:solidFill>
            <a:srgbClr val="0F2D1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</a:defRPr>
            </a:pPr>
            <a:r>
              <a:t>minutes/setup.sh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Auto-install script for macOS and Linux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0600"/>
            <a:ext cx="4937760" cy="822960"/>
          </a:xfrm>
          <a:prstGeom prst="roundRect">
            <a:avLst/>
          </a:prstGeom>
          <a:solidFill>
            <a:srgbClr val="0F2D1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</a:defRPr>
            </a:pPr>
            <a:r>
              <a:t>.github/workflows/deploy-minutes.yml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CI/CD: build, push to GHCR, smoke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</a:defRPr>
            </a:pPr>
            <a:r>
              <a:t>Files Modified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920240"/>
            <a:ext cx="4937760" cy="822960"/>
          </a:xfrm>
          <a:prstGeom prst="roundRect">
            <a:avLst/>
          </a:prstGeom>
          <a:solidFill>
            <a:srgbClr val="2D1F0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</a:defRPr>
            </a:pPr>
            <a:r>
              <a:t>docker-compose.yml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Added minutes-mcp service, inbox/meetings volumes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880360"/>
            <a:ext cx="4937760" cy="822960"/>
          </a:xfrm>
          <a:prstGeom prst="roundRect">
            <a:avLst/>
          </a:prstGeom>
          <a:solidFill>
            <a:srgbClr val="2D1F0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</a:defRPr>
            </a:pPr>
            <a:r>
              <a:t>README.md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Added Minutes deployment section with setup instructions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840480"/>
            <a:ext cx="4937760" cy="822960"/>
          </a:xfrm>
          <a:prstGeom prst="roundRect">
            <a:avLst/>
          </a:prstGeom>
          <a:solidFill>
            <a:srgbClr val="2D1F0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</a:defRPr>
            </a:pPr>
            <a:r>
              <a:t>claude_desktop_config.json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Added mcpServers config pointing to npx minutes-mcp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84632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Branch &amp; PR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257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Branch: claude/deploy-minutes-Hm21U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486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PR #1: Deploy Minutes meeting transcription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WhatsApp Call Recording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97280" cy="381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2103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</a:defRPr>
            </a:pPr>
            <a:r>
              <a:t>Install BlackHole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Free audio loopback driver</a:t>
            </a:r>
            <a:br/>
            <a:r>
              <a:t>for macOS desktop audio 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474720" cy="2103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34840" y="141732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</a:defRPr>
            </a:pPr>
            <a:r>
              <a:t>Multi-Output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Audio MIDI Setup &gt; Create</a:t>
            </a:r>
            <a:br/>
            <a:r>
              <a:t>Speakers + BlackHole 2ch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474720" cy="2103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20" y="141732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</a:defRPr>
            </a:pPr>
            <a:r>
              <a:t>QuickTime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New Audio Recording</a:t>
            </a:r>
            <a:br/>
            <a:r>
              <a:t>Input: BlackHole 2ch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103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</a:defRPr>
            </a:pPr>
            <a:r>
              <a:t>Make WhatsApp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Audio routed through</a:t>
            </a:r>
            <a:br/>
            <a:r>
              <a:t>BlackHole for capture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40480"/>
            <a:ext cx="3474720" cy="2103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397764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</a:defRPr>
            </a:pPr>
            <a:r>
              <a:t>Save Recording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Export .m4a to Desktop</a:t>
            </a:r>
            <a:br/>
            <a:r>
              <a:t>or Minutes inbox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3474720" cy="2103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5320" y="3977640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</a:defRPr>
            </a:pPr>
            <a:r>
              <a:t>Process in Claude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Attach file or ask Claude</a:t>
            </a:r>
            <a:br/>
            <a:r>
              <a:t>to transcribe the meeting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Deployment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97280" cy="381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72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MCP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Running on Docker</a:t>
            </a:r>
            <a:br/>
            <a:r>
              <a:t>Port 3100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5176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10972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CONNECTED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Claude 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MCP tools integrated</a:t>
            </a:r>
            <a:br/>
            <a:r>
              <a:t>15 tools available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65176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508760"/>
            <a:ext cx="10972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CONFIGURED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CI/CD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GitHub Actions</a:t>
            </a:r>
            <a:br/>
            <a:r>
              <a:t>GHCR image push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65176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18320" y="1508760"/>
            <a:ext cx="10972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Voice Recording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BlackHole + QuickTime</a:t>
            </a:r>
            <a:br/>
            <a:r>
              <a:t>WhatsApp compatible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1124712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Key Links &amp; Commands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Repository: github.com/TirthankarRay/Tirth-Rep-1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Minutes: github.com/silverstein/minutes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PR #1: Deploy Minutes meeting transcription service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Branch: claude/deploy-minutes-Hm21U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8BDF8"/>
                </a:solidFill>
              </a:defRPr>
            </a:pPr>
            <a:r>
              <a:t>docker compose up minutes-mcp -d</a:t>
            </a:r>
          </a:p>
          <a:p>
            <a:pPr>
              <a:spcAft>
                <a:spcPts val="600"/>
              </a:spcAft>
              <a:defRPr sz="1300">
                <a:solidFill>
                  <a:srgbClr val="38BDF8"/>
                </a:solidFill>
              </a:defRPr>
            </a:pPr>
            <a:r>
              <a:t>npx minutes-mcp</a:t>
            </a:r>
          </a:p>
          <a:p>
            <a:pPr>
              <a:spcAft>
                <a:spcPts val="600"/>
              </a:spcAft>
              <a:defRPr sz="1300">
                <a:solidFill>
                  <a:srgbClr val="38BDF8"/>
                </a:solidFill>
              </a:defRPr>
            </a:pPr>
            <a:r>
              <a:t>curl http://localhost:3100/health</a:t>
            </a:r>
          </a:p>
          <a:p>
            <a:pPr>
              <a:spcAft>
                <a:spcPts val="600"/>
              </a:spcAft>
              <a:defRPr sz="1300">
                <a:solidFill>
                  <a:srgbClr val="38BDF8"/>
                </a:solidFill>
              </a:defRPr>
            </a:pPr>
            <a:r>
              <a:t>minutes setup --model tiny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